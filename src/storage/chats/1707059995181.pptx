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ng Moe Thu" userId="ff1e838d95113866" providerId="LiveId" clId="{559A4B18-6B97-4530-AE7D-63805A0CA53C}"/>
    <pc:docChg chg="undo custSel modSld">
      <pc:chgData name="Aung Moe Thu" userId="ff1e838d95113866" providerId="LiveId" clId="{559A4B18-6B97-4530-AE7D-63805A0CA53C}" dt="2020-08-16T09:47:06.760" v="460" actId="1582"/>
      <pc:docMkLst>
        <pc:docMk/>
      </pc:docMkLst>
      <pc:sldChg chg="addSp delSp modSp mod">
        <pc:chgData name="Aung Moe Thu" userId="ff1e838d95113866" providerId="LiveId" clId="{559A4B18-6B97-4530-AE7D-63805A0CA53C}" dt="2020-08-16T09:47:06.760" v="460" actId="1582"/>
        <pc:sldMkLst>
          <pc:docMk/>
          <pc:sldMk cId="945659911" sldId="257"/>
        </pc:sldMkLst>
        <pc:spChg chg="mod">
          <ac:chgData name="Aung Moe Thu" userId="ff1e838d95113866" providerId="LiveId" clId="{559A4B18-6B97-4530-AE7D-63805A0CA53C}" dt="2020-08-16T09:46:22.783" v="453" actId="1076"/>
          <ac:spMkLst>
            <pc:docMk/>
            <pc:sldMk cId="945659911" sldId="257"/>
            <ac:spMk id="2" creationId="{4604E429-593B-48C3-BE82-E5EC86A3F11F}"/>
          </ac:spMkLst>
        </pc:spChg>
        <pc:spChg chg="mod">
          <ac:chgData name="Aung Moe Thu" userId="ff1e838d95113866" providerId="LiveId" clId="{559A4B18-6B97-4530-AE7D-63805A0CA53C}" dt="2020-08-16T09:22:30.348" v="25" actId="255"/>
          <ac:spMkLst>
            <pc:docMk/>
            <pc:sldMk cId="945659911" sldId="257"/>
            <ac:spMk id="4" creationId="{FF609D04-4E84-4E02-B7EA-BEC512C289F8}"/>
          </ac:spMkLst>
        </pc:spChg>
        <pc:spChg chg="add mod">
          <ac:chgData name="Aung Moe Thu" userId="ff1e838d95113866" providerId="LiveId" clId="{559A4B18-6B97-4530-AE7D-63805A0CA53C}" dt="2020-08-16T09:39:48.756" v="391" actId="20577"/>
          <ac:spMkLst>
            <pc:docMk/>
            <pc:sldMk cId="945659911" sldId="257"/>
            <ac:spMk id="5" creationId="{303F7393-B1A4-4EA5-8823-85FE372D736E}"/>
          </ac:spMkLst>
        </pc:spChg>
        <pc:spChg chg="add mod">
          <ac:chgData name="Aung Moe Thu" userId="ff1e838d95113866" providerId="LiveId" clId="{559A4B18-6B97-4530-AE7D-63805A0CA53C}" dt="2020-08-16T09:37:52.822" v="278" actId="20577"/>
          <ac:spMkLst>
            <pc:docMk/>
            <pc:sldMk cId="945659911" sldId="257"/>
            <ac:spMk id="7" creationId="{B49CCA74-F60E-4C78-A41A-DB47013156EC}"/>
          </ac:spMkLst>
        </pc:spChg>
        <pc:spChg chg="add mod">
          <ac:chgData name="Aung Moe Thu" userId="ff1e838d95113866" providerId="LiveId" clId="{559A4B18-6B97-4530-AE7D-63805A0CA53C}" dt="2020-08-16T09:36:52.209" v="184" actId="20577"/>
          <ac:spMkLst>
            <pc:docMk/>
            <pc:sldMk cId="945659911" sldId="257"/>
            <ac:spMk id="9" creationId="{73025322-3BD6-4E36-B09C-851A67D5F7E0}"/>
          </ac:spMkLst>
        </pc:spChg>
        <pc:spChg chg="add mod">
          <ac:chgData name="Aung Moe Thu" userId="ff1e838d95113866" providerId="LiveId" clId="{559A4B18-6B97-4530-AE7D-63805A0CA53C}" dt="2020-08-16T09:37:12.090" v="222" actId="20577"/>
          <ac:spMkLst>
            <pc:docMk/>
            <pc:sldMk cId="945659911" sldId="257"/>
            <ac:spMk id="11" creationId="{6BF07708-75B8-499C-9B3C-241500D4454A}"/>
          </ac:spMkLst>
        </pc:spChg>
        <pc:spChg chg="add mod">
          <ac:chgData name="Aung Moe Thu" userId="ff1e838d95113866" providerId="LiveId" clId="{559A4B18-6B97-4530-AE7D-63805A0CA53C}" dt="2020-08-16T09:38:09.533" v="292" actId="20577"/>
          <ac:spMkLst>
            <pc:docMk/>
            <pc:sldMk cId="945659911" sldId="257"/>
            <ac:spMk id="13" creationId="{BC1F65C9-A06D-442F-8F45-B3EC7ECDB8DB}"/>
          </ac:spMkLst>
        </pc:spChg>
        <pc:spChg chg="add mod">
          <ac:chgData name="Aung Moe Thu" userId="ff1e838d95113866" providerId="LiveId" clId="{559A4B18-6B97-4530-AE7D-63805A0CA53C}" dt="2020-08-16T09:40:08.690" v="425" actId="20577"/>
          <ac:spMkLst>
            <pc:docMk/>
            <pc:sldMk cId="945659911" sldId="257"/>
            <ac:spMk id="15" creationId="{3BDAF981-9F71-499D-A665-71FCF7AC2C76}"/>
          </ac:spMkLst>
        </pc:spChg>
        <pc:spChg chg="add mod">
          <ac:chgData name="Aung Moe Thu" userId="ff1e838d95113866" providerId="LiveId" clId="{559A4B18-6B97-4530-AE7D-63805A0CA53C}" dt="2020-08-16T09:39:30.532" v="342" actId="20577"/>
          <ac:spMkLst>
            <pc:docMk/>
            <pc:sldMk cId="945659911" sldId="257"/>
            <ac:spMk id="16" creationId="{E0D12715-8BE2-47E5-9E8E-D19EBDF10A2A}"/>
          </ac:spMkLst>
        </pc:spChg>
        <pc:spChg chg="add del mod">
          <ac:chgData name="Aung Moe Thu" userId="ff1e838d95113866" providerId="LiveId" clId="{559A4B18-6B97-4530-AE7D-63805A0CA53C}" dt="2020-08-16T09:40:11.479" v="426" actId="478"/>
          <ac:spMkLst>
            <pc:docMk/>
            <pc:sldMk cId="945659911" sldId="257"/>
            <ac:spMk id="17" creationId="{42F70F0C-EFF9-4BDE-89C6-C317284E4B12}"/>
          </ac:spMkLst>
        </pc:spChg>
        <pc:spChg chg="add del">
          <ac:chgData name="Aung Moe Thu" userId="ff1e838d95113866" providerId="LiveId" clId="{559A4B18-6B97-4530-AE7D-63805A0CA53C}" dt="2020-08-16T09:34:43.608" v="27" actId="22"/>
          <ac:spMkLst>
            <pc:docMk/>
            <pc:sldMk cId="945659911" sldId="257"/>
            <ac:spMk id="19" creationId="{53B3E763-CF8F-4568-8249-51D234B867E4}"/>
          </ac:spMkLst>
        </pc:spChg>
        <pc:spChg chg="mod">
          <ac:chgData name="Aung Moe Thu" userId="ff1e838d95113866" providerId="LiveId" clId="{559A4B18-6B97-4530-AE7D-63805A0CA53C}" dt="2020-08-15T09:02:35.658" v="7" actId="1076"/>
          <ac:spMkLst>
            <pc:docMk/>
            <pc:sldMk cId="945659911" sldId="257"/>
            <ac:spMk id="20" creationId="{A0ADFDDC-BFE0-427A-BC87-71BDE91580E0}"/>
          </ac:spMkLst>
        </pc:spChg>
        <pc:spChg chg="mod">
          <ac:chgData name="Aung Moe Thu" userId="ff1e838d95113866" providerId="LiveId" clId="{559A4B18-6B97-4530-AE7D-63805A0CA53C}" dt="2020-08-15T09:02:33.490" v="6" actId="1076"/>
          <ac:spMkLst>
            <pc:docMk/>
            <pc:sldMk cId="945659911" sldId="257"/>
            <ac:spMk id="22" creationId="{41E8A906-6704-43C4-9849-760FF697F3B7}"/>
          </ac:spMkLst>
        </pc:spChg>
        <pc:spChg chg="mod">
          <ac:chgData name="Aung Moe Thu" userId="ff1e838d95113866" providerId="LiveId" clId="{559A4B18-6B97-4530-AE7D-63805A0CA53C}" dt="2020-08-15T09:02:31.314" v="5" actId="1076"/>
          <ac:spMkLst>
            <pc:docMk/>
            <pc:sldMk cId="945659911" sldId="257"/>
            <ac:spMk id="24" creationId="{06EBA577-2232-409B-B3BB-5B35119FC638}"/>
          </ac:spMkLst>
        </pc:spChg>
        <pc:spChg chg="add">
          <ac:chgData name="Aung Moe Thu" userId="ff1e838d95113866" providerId="LiveId" clId="{559A4B18-6B97-4530-AE7D-63805A0CA53C}" dt="2020-08-16T09:38:45.149" v="302" actId="22"/>
          <ac:spMkLst>
            <pc:docMk/>
            <pc:sldMk cId="945659911" sldId="257"/>
            <ac:spMk id="27" creationId="{D4D4079C-FA78-4EEA-8BD7-2F2A32956DA1}"/>
          </ac:spMkLst>
        </pc:spChg>
        <pc:spChg chg="mod">
          <ac:chgData name="Aung Moe Thu" userId="ff1e838d95113866" providerId="LiveId" clId="{559A4B18-6B97-4530-AE7D-63805A0CA53C}" dt="2020-08-15T09:02:27.337" v="4" actId="1076"/>
          <ac:spMkLst>
            <pc:docMk/>
            <pc:sldMk cId="945659911" sldId="257"/>
            <ac:spMk id="40" creationId="{DBB4916A-A6FD-4C29-AF56-2B72CC07588F}"/>
          </ac:spMkLst>
        </pc:spChg>
        <pc:cxnChg chg="del mod">
          <ac:chgData name="Aung Moe Thu" userId="ff1e838d95113866" providerId="LiveId" clId="{559A4B18-6B97-4530-AE7D-63805A0CA53C}" dt="2020-08-16T09:46:25.428" v="454" actId="478"/>
          <ac:cxnSpMkLst>
            <pc:docMk/>
            <pc:sldMk cId="945659911" sldId="257"/>
            <ac:cxnSpMk id="10" creationId="{D82BA971-7A75-47D3-960F-2529EF78E020}"/>
          </ac:cxnSpMkLst>
        </pc:cxnChg>
        <pc:cxnChg chg="add del mod">
          <ac:chgData name="Aung Moe Thu" userId="ff1e838d95113866" providerId="LiveId" clId="{559A4B18-6B97-4530-AE7D-63805A0CA53C}" dt="2020-08-16T09:46:49.570" v="458" actId="478"/>
          <ac:cxnSpMkLst>
            <pc:docMk/>
            <pc:sldMk cId="945659911" sldId="257"/>
            <ac:cxnSpMk id="31" creationId="{CF74D4BB-3F75-4638-9B3C-9DEA4972AED9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39" creationId="{D3AD5A56-4F13-4834-B1AB-EE24C1567DE0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42" creationId="{344D5BDC-3955-48CE-BA87-6762636CF693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43" creationId="{4E01BE9A-869F-40D1-92DB-0C79E103190D}"/>
          </ac:cxnSpMkLst>
        </pc:cxnChg>
        <pc:cxnChg chg="add del mod">
          <ac:chgData name="Aung Moe Thu" userId="ff1e838d95113866" providerId="LiveId" clId="{559A4B18-6B97-4530-AE7D-63805A0CA53C}" dt="2020-08-15T09:02:23.567" v="3" actId="11529"/>
          <ac:cxnSpMkLst>
            <pc:docMk/>
            <pc:sldMk cId="945659911" sldId="257"/>
            <ac:cxnSpMk id="45" creationId="{2F5650E9-48D4-4412-AB7D-94DDC8D56EC2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45" creationId="{AED025A5-1F64-4997-9C2B-D1B2F575C45D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47" creationId="{E9646481-26BC-45EB-8AE1-279D7A5A8A9C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49" creationId="{96A4D46B-CA0E-4382-987C-1680D98CF874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51" creationId="{0E9FDAA8-0F8C-4D38-AB4C-E96EF7D0430C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53" creationId="{19EEF731-81E6-4ED3-A0B7-725F8DEB00B9}"/>
          </ac:cxnSpMkLst>
        </pc:cxnChg>
        <pc:cxnChg chg="add del mod">
          <ac:chgData name="Aung Moe Thu" userId="ff1e838d95113866" providerId="LiveId" clId="{559A4B18-6B97-4530-AE7D-63805A0CA53C}" dt="2020-08-16T09:43:30.363" v="440" actId="11529"/>
          <ac:cxnSpMkLst>
            <pc:docMk/>
            <pc:sldMk cId="945659911" sldId="257"/>
            <ac:cxnSpMk id="56" creationId="{22E30C4D-3C43-4EBA-849F-0F469CA7144B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58" creationId="{FD2F0E4F-8131-4A21-AE0C-C942869DE6EE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60" creationId="{59611C1C-6313-4A88-A952-5AEDCA7A5A6A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62" creationId="{BDB31163-3FAE-4738-B359-6C88C358FFAC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64" creationId="{41A104BB-D6FB-42BD-9986-393E04F1A1E2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66" creationId="{4E597371-EAE2-40DE-91AE-5814B863D194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68" creationId="{E156856A-EA1A-49C5-81FB-9697FB32276E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70" creationId="{F7BACC19-C6C8-4593-AE18-8C484DA0767B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72" creationId="{DFF7E955-C203-4B05-BAAE-ABFB09225CE2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74" creationId="{EE338FF2-593F-427C-BFAA-25075A95F373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76" creationId="{3EE46956-8A70-48E9-869A-60B6A0A16397}"/>
          </ac:cxnSpMkLst>
        </pc:cxnChg>
        <pc:cxnChg chg="add mod">
          <ac:chgData name="Aung Moe Thu" userId="ff1e838d95113866" providerId="LiveId" clId="{559A4B18-6B97-4530-AE7D-63805A0CA53C}" dt="2020-08-16T09:46:04.987" v="452" actId="1582"/>
          <ac:cxnSpMkLst>
            <pc:docMk/>
            <pc:sldMk cId="945659911" sldId="257"/>
            <ac:cxnSpMk id="78" creationId="{FB61519E-AA6B-4FDC-BC9F-313080AA3BF5}"/>
          </ac:cxnSpMkLst>
        </pc:cxnChg>
        <pc:cxnChg chg="add mod">
          <ac:chgData name="Aung Moe Thu" userId="ff1e838d95113866" providerId="LiveId" clId="{559A4B18-6B97-4530-AE7D-63805A0CA53C}" dt="2020-08-16T09:47:06.760" v="460" actId="1582"/>
          <ac:cxnSpMkLst>
            <pc:docMk/>
            <pc:sldMk cId="945659911" sldId="257"/>
            <ac:cxnSpMk id="81" creationId="{09CF7288-28AB-42EB-9768-5B4A6C06DBDE}"/>
          </ac:cxnSpMkLst>
        </pc:cxnChg>
        <pc:cxnChg chg="add mod">
          <ac:chgData name="Aung Moe Thu" userId="ff1e838d95113866" providerId="LiveId" clId="{559A4B18-6B97-4530-AE7D-63805A0CA53C}" dt="2020-08-16T09:47:06.760" v="460" actId="1582"/>
          <ac:cxnSpMkLst>
            <pc:docMk/>
            <pc:sldMk cId="945659911" sldId="257"/>
            <ac:cxnSpMk id="84" creationId="{76E16B75-EFAD-4D32-8EB8-7F40AF3B64A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245A7-72FD-45E4-B5EB-2D0497A99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CC019-D162-4256-BCCD-ACA150A4D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C80A-5EF4-44AA-A116-DA459EE6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1E0CD-F3E3-4AFC-8BFD-383E1C7F907C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A1A5-D60F-4EFC-8769-5C51DE3CF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29CE0-B36B-40ED-9A32-5B1CB0DA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9A83-A104-4C08-93E4-DDE8E589C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7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0C3AA-5F50-491B-897E-6835D9A4F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7936D-ED53-47CE-B83B-247517B47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46EDD-90C5-4DB4-AF36-CEB2D68B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1E0CD-F3E3-4AFC-8BFD-383E1C7F907C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2BB50-5B0E-4A5D-AC28-E8117F9D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AC542-2385-4668-A19F-EA4EF365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9A83-A104-4C08-93E4-DDE8E589C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75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24DE-F21C-438E-BF43-BCD75F6C1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B753E-A598-4235-8D20-6F627CCC6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59341-2505-4BE1-9906-3515FAAF4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1E0CD-F3E3-4AFC-8BFD-383E1C7F907C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62C85-F6BB-4423-85C6-4BF617819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CCA59-D51B-4A23-8643-3AE266FDA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9A83-A104-4C08-93E4-DDE8E589C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95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2CD21-C8AC-47CD-ACB4-C77F9749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5928B-42F5-43EC-A53B-19DF0E1E2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5D45B-2E98-405D-8107-CF03F9B2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0A781-00E3-4362-8906-B98174AE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1E0CD-F3E3-4AFC-8BFD-383E1C7F907C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E7FC9-DB2D-4913-8A10-D656F989C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78653-74CC-4FEB-A5B1-10B8B81F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9A83-A104-4C08-93E4-DDE8E589C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74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33259-517D-4EB3-8218-316DC2596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24C69-A75A-4CE6-B54E-6D765BE1A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31F5D-0B1D-40FA-AFDC-94D57C3A0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133B7D-6C61-47A1-8478-66DB63326A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81ADFF-92DA-4B6F-9FFE-A254E7696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B06695-E1E9-428A-88D1-E270C6A0E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1E0CD-F3E3-4AFC-8BFD-383E1C7F907C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B6B146-69AC-4BB5-B4A4-8798EB49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4FA498-00B0-4A21-BEF4-E5BEC614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9A83-A104-4C08-93E4-DDE8E589C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74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94C75-7E54-4F7F-A5EE-2ED82CFB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FEBDEA-A086-4F53-8FF7-0C0A37C2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1E0CD-F3E3-4AFC-8BFD-383E1C7F907C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093DB3-C899-449C-A60C-59ED76542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6C201-B7EA-4882-8C16-A39C3F6A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9A83-A104-4C08-93E4-DDE8E589C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31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AA12F5-3823-46B1-8F87-AF0A84969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1E0CD-F3E3-4AFC-8BFD-383E1C7F907C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64F6C-7E99-4C09-84EE-1C15B178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DCB76-1987-41C4-A296-A2223C4B2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9A83-A104-4C08-93E4-DDE8E589C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5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2EDD-4869-48DF-AFED-C073B9B19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7611E-BE1D-41C0-8CD3-B69C38B2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A2C61-A3F4-4B45-91A2-215FBDF02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EAAA4-997A-4C11-95BE-A24308199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1E0CD-F3E3-4AFC-8BFD-383E1C7F907C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E6A4B-22E9-4CAE-B3D0-F9AA5E406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4A337-12EB-4238-A69C-E0DEA83E7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9A83-A104-4C08-93E4-DDE8E589C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2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F996-D0DB-414B-92DC-6EBFA7DD5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A3A891-CACD-4711-9210-E7B04FD16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0A25A-C6CE-42A3-9B02-C37F057C0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AA122-0D85-4D34-918A-5DF501C1A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1E0CD-F3E3-4AFC-8BFD-383E1C7F907C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845C3-73E7-4DA9-AA06-6796FEF57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6839B-FFD1-4B94-A420-A63B2B1A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9A83-A104-4C08-93E4-DDE8E589C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6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A654-0CD6-44D7-8ADB-8C1CED160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770841-E4D9-4FCF-BC88-887C19D5A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9F1F7-9EC2-4F03-9987-176F55886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1E0CD-F3E3-4AFC-8BFD-383E1C7F907C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D35C8-CDAB-4831-AEF8-49E380D77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F51FC-6347-4F67-84B9-6C786BE7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9A83-A104-4C08-93E4-DDE8E589C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5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6BF83-A167-47E9-B41B-607556541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EBD19-D4E9-408C-9775-968157443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CAABC-3C7B-47A9-9582-F942DD665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1E0CD-F3E3-4AFC-8BFD-383E1C7F907C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A01F2-C9B9-4B3C-AE1C-7930E5833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FB475-C97C-4C77-9F85-E2B777D9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9A83-A104-4C08-93E4-DDE8E589C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9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D4B66-9D6A-4662-805E-86C0229EE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3C453-E708-4B05-AF01-2DA2245A8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D7C55-0234-43C6-9F3E-EAA183D608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1E0CD-F3E3-4AFC-8BFD-383E1C7F907C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B1AC2-E24B-4BB3-B297-5A180AF20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A8668-2FA7-4A90-896C-3396D10C9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79A83-A104-4C08-93E4-DDE8E589C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2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50167-476F-450A-9C98-4495B5E734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2EFDD-4C15-4C01-9740-EDAB7BFBC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74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04E429-593B-48C3-BE82-E5EC86A3F11F}"/>
              </a:ext>
            </a:extLst>
          </p:cNvPr>
          <p:cNvSpPr/>
          <p:nvPr/>
        </p:nvSpPr>
        <p:spPr>
          <a:xfrm>
            <a:off x="4842121" y="249483"/>
            <a:ext cx="2441359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Researching the Effectiveness and Features of Zoom video Conferencing App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609D04-4E84-4E02-B7EA-BEC512C289F8}"/>
              </a:ext>
            </a:extLst>
          </p:cNvPr>
          <p:cNvSpPr/>
          <p:nvPr/>
        </p:nvSpPr>
        <p:spPr>
          <a:xfrm>
            <a:off x="6359374" y="1421904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E828E2-C528-4E00-8CDA-ADB4C68678FB}"/>
              </a:ext>
            </a:extLst>
          </p:cNvPr>
          <p:cNvSpPr/>
          <p:nvPr/>
        </p:nvSpPr>
        <p:spPr>
          <a:xfrm>
            <a:off x="4705165" y="1421904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3391E2-E25A-405C-B1FD-20A7B246B19D}"/>
              </a:ext>
            </a:extLst>
          </p:cNvPr>
          <p:cNvSpPr/>
          <p:nvPr/>
        </p:nvSpPr>
        <p:spPr>
          <a:xfrm>
            <a:off x="3050956" y="1421905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Defining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447DEFB-F074-4A02-B06F-B7DF6937B11E}"/>
              </a:ext>
            </a:extLst>
          </p:cNvPr>
          <p:cNvCxnSpPr>
            <a:stCxn id="8" idx="0"/>
          </p:cNvCxnSpPr>
          <p:nvPr/>
        </p:nvCxnSpPr>
        <p:spPr>
          <a:xfrm rot="5400000" flipH="1" flipV="1">
            <a:off x="4321205" y="478653"/>
            <a:ext cx="232297" cy="1654209"/>
          </a:xfrm>
          <a:prstGeom prst="bentConnector2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A73ABE6-D92A-4685-A267-2DE95074F146}"/>
              </a:ext>
            </a:extLst>
          </p:cNvPr>
          <p:cNvCxnSpPr>
            <a:stCxn id="4" idx="0"/>
          </p:cNvCxnSpPr>
          <p:nvPr/>
        </p:nvCxnSpPr>
        <p:spPr>
          <a:xfrm rot="16200000" flipV="1">
            <a:off x="5975784" y="479020"/>
            <a:ext cx="231558" cy="1654209"/>
          </a:xfrm>
          <a:prstGeom prst="bentConnector2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F705E73-F937-44B0-9C61-E5B523495EE8}"/>
              </a:ext>
            </a:extLst>
          </p:cNvPr>
          <p:cNvSpPr/>
          <p:nvPr/>
        </p:nvSpPr>
        <p:spPr>
          <a:xfrm>
            <a:off x="4944215" y="3061012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Considering time estimates for project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ADFDDC-BFE0-427A-BC87-71BDE91580E0}"/>
              </a:ext>
            </a:extLst>
          </p:cNvPr>
          <p:cNvSpPr/>
          <p:nvPr/>
        </p:nvSpPr>
        <p:spPr>
          <a:xfrm>
            <a:off x="3318767" y="4722097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Writing Project Proposal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E8A906-6704-43C4-9849-760FF697F3B7}"/>
              </a:ext>
            </a:extLst>
          </p:cNvPr>
          <p:cNvSpPr/>
          <p:nvPr/>
        </p:nvSpPr>
        <p:spPr>
          <a:xfrm>
            <a:off x="3318767" y="3902184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Searching information related with the title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EBA577-2232-409B-B3BB-5B35119FC638}"/>
              </a:ext>
            </a:extLst>
          </p:cNvPr>
          <p:cNvSpPr/>
          <p:nvPr/>
        </p:nvSpPr>
        <p:spPr>
          <a:xfrm>
            <a:off x="3318767" y="3087801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title for project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9BD73F-520A-4476-A547-2F56BE37E3ED}"/>
              </a:ext>
            </a:extLst>
          </p:cNvPr>
          <p:cNvSpPr/>
          <p:nvPr/>
        </p:nvSpPr>
        <p:spPr>
          <a:xfrm>
            <a:off x="4944215" y="2266461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Preparing Work Break Down Structure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9402FCF-7545-4AD5-9308-E80480C69E5F}"/>
              </a:ext>
            </a:extLst>
          </p:cNvPr>
          <p:cNvSpPr/>
          <p:nvPr/>
        </p:nvSpPr>
        <p:spPr>
          <a:xfrm>
            <a:off x="4944215" y="4709610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Activities sequencing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1D4E1C-428B-449C-9BA9-71C956455AEA}"/>
              </a:ext>
            </a:extLst>
          </p:cNvPr>
          <p:cNvSpPr/>
          <p:nvPr/>
        </p:nvSpPr>
        <p:spPr>
          <a:xfrm>
            <a:off x="4944215" y="3895226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Milestones for project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BB4916A-A6FD-4C29-AF56-2B72CC07588F}"/>
              </a:ext>
            </a:extLst>
          </p:cNvPr>
          <p:cNvSpPr/>
          <p:nvPr/>
        </p:nvSpPr>
        <p:spPr>
          <a:xfrm>
            <a:off x="3318767" y="2280375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Searching about digital wellbeing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44D5BDC-3955-48CE-BA87-6762636CF693}"/>
              </a:ext>
            </a:extLst>
          </p:cNvPr>
          <p:cNvCxnSpPr>
            <a:cxnSpLocks/>
          </p:cNvCxnSpPr>
          <p:nvPr/>
        </p:nvCxnSpPr>
        <p:spPr>
          <a:xfrm>
            <a:off x="3103880" y="2096607"/>
            <a:ext cx="0" cy="29628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03F7393-B1A4-4EA5-8823-85FE372D736E}"/>
              </a:ext>
            </a:extLst>
          </p:cNvPr>
          <p:cNvSpPr/>
          <p:nvPr/>
        </p:nvSpPr>
        <p:spPr>
          <a:xfrm>
            <a:off x="8348157" y="3060234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the documentation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9CCA74-F60E-4C78-A41A-DB47013156EC}"/>
              </a:ext>
            </a:extLst>
          </p:cNvPr>
          <p:cNvSpPr/>
          <p:nvPr/>
        </p:nvSpPr>
        <p:spPr>
          <a:xfrm>
            <a:off x="6646186" y="4707307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 for Zoom App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025322-3BD6-4E36-B09C-851A67D5F7E0}"/>
              </a:ext>
            </a:extLst>
          </p:cNvPr>
          <p:cNvSpPr/>
          <p:nvPr/>
        </p:nvSpPr>
        <p:spPr>
          <a:xfrm>
            <a:off x="6646186" y="3067114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Researching how Zoom App makes effectiveness for users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F07708-75B8-499C-9B3C-241500D4454A}"/>
              </a:ext>
            </a:extLst>
          </p:cNvPr>
          <p:cNvSpPr/>
          <p:nvPr/>
        </p:nvSpPr>
        <p:spPr>
          <a:xfrm>
            <a:off x="6646186" y="3902184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Zoom App Features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1F65C9-A06D-442F-8F45-B3EC7ECDB8DB}"/>
              </a:ext>
            </a:extLst>
          </p:cNvPr>
          <p:cNvSpPr/>
          <p:nvPr/>
        </p:nvSpPr>
        <p:spPr>
          <a:xfrm>
            <a:off x="8013583" y="1421903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Completing Project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DAF981-9F71-499D-A665-71FCF7AC2C76}"/>
              </a:ext>
            </a:extLst>
          </p:cNvPr>
          <p:cNvSpPr/>
          <p:nvPr/>
        </p:nvSpPr>
        <p:spPr>
          <a:xfrm>
            <a:off x="8348157" y="3883770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Finishing Project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D12715-8BE2-47E5-9E8E-D19EBDF10A2A}"/>
              </a:ext>
            </a:extLst>
          </p:cNvPr>
          <p:cNvSpPr/>
          <p:nvPr/>
        </p:nvSpPr>
        <p:spPr>
          <a:xfrm>
            <a:off x="8348157" y="2260580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the Information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D4079C-FA78-4EEA-8BD7-2F2A32956DA1}"/>
              </a:ext>
            </a:extLst>
          </p:cNvPr>
          <p:cNvSpPr/>
          <p:nvPr/>
        </p:nvSpPr>
        <p:spPr>
          <a:xfrm>
            <a:off x="6646186" y="2260581"/>
            <a:ext cx="1118586" cy="674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Searching about Zoom App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3AD5A56-4F13-4834-B1AB-EE24C1567DE0}"/>
              </a:ext>
            </a:extLst>
          </p:cNvPr>
          <p:cNvCxnSpPr>
            <a:stCxn id="6" idx="1"/>
          </p:cNvCxnSpPr>
          <p:nvPr/>
        </p:nvCxnSpPr>
        <p:spPr>
          <a:xfrm>
            <a:off x="4705165" y="1759256"/>
            <a:ext cx="0" cy="33001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E01BE9A-869F-40D1-92DB-0C79E103190D}"/>
              </a:ext>
            </a:extLst>
          </p:cNvPr>
          <p:cNvCxnSpPr>
            <a:stCxn id="4" idx="1"/>
          </p:cNvCxnSpPr>
          <p:nvPr/>
        </p:nvCxnSpPr>
        <p:spPr>
          <a:xfrm>
            <a:off x="6359374" y="1759256"/>
            <a:ext cx="0" cy="33001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ED025A5-1F64-4997-9C2B-D1B2F575C45D}"/>
              </a:ext>
            </a:extLst>
          </p:cNvPr>
          <p:cNvCxnSpPr>
            <a:stCxn id="13" idx="1"/>
          </p:cNvCxnSpPr>
          <p:nvPr/>
        </p:nvCxnSpPr>
        <p:spPr>
          <a:xfrm>
            <a:off x="8013583" y="1759255"/>
            <a:ext cx="0" cy="248028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9646481-26BC-45EB-8AE1-279D7A5A8A9C}"/>
              </a:ext>
            </a:extLst>
          </p:cNvPr>
          <p:cNvCxnSpPr>
            <a:stCxn id="40" idx="1"/>
          </p:cNvCxnSpPr>
          <p:nvPr/>
        </p:nvCxnSpPr>
        <p:spPr>
          <a:xfrm flipH="1" flipV="1">
            <a:off x="3103880" y="2617726"/>
            <a:ext cx="214887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96A4D46B-CA0E-4382-987C-1680D98CF874}"/>
              </a:ext>
            </a:extLst>
          </p:cNvPr>
          <p:cNvCxnSpPr>
            <a:stCxn id="24" idx="1"/>
          </p:cNvCxnSpPr>
          <p:nvPr/>
        </p:nvCxnSpPr>
        <p:spPr>
          <a:xfrm rot="10800000">
            <a:off x="3103881" y="3425153"/>
            <a:ext cx="214887" cy="1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0E9FDAA8-0F8C-4D38-AB4C-E96EF7D0430C}"/>
              </a:ext>
            </a:extLst>
          </p:cNvPr>
          <p:cNvCxnSpPr>
            <a:stCxn id="22" idx="1"/>
          </p:cNvCxnSpPr>
          <p:nvPr/>
        </p:nvCxnSpPr>
        <p:spPr>
          <a:xfrm rot="10800000">
            <a:off x="3103881" y="4239536"/>
            <a:ext cx="214887" cy="1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9EEF731-81E6-4ED3-A0B7-725F8DEB00B9}"/>
              </a:ext>
            </a:extLst>
          </p:cNvPr>
          <p:cNvCxnSpPr>
            <a:stCxn id="20" idx="1"/>
          </p:cNvCxnSpPr>
          <p:nvPr/>
        </p:nvCxnSpPr>
        <p:spPr>
          <a:xfrm rot="10800000">
            <a:off x="3103881" y="5059449"/>
            <a:ext cx="214887" cy="1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D2F0E4F-8131-4A21-AE0C-C942869DE6EE}"/>
              </a:ext>
            </a:extLst>
          </p:cNvPr>
          <p:cNvCxnSpPr>
            <a:stCxn id="34" idx="1"/>
          </p:cNvCxnSpPr>
          <p:nvPr/>
        </p:nvCxnSpPr>
        <p:spPr>
          <a:xfrm flipH="1" flipV="1">
            <a:off x="4705165" y="2597931"/>
            <a:ext cx="239050" cy="58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9611C1C-6313-4A88-A952-5AEDCA7A5A6A}"/>
              </a:ext>
            </a:extLst>
          </p:cNvPr>
          <p:cNvCxnSpPr>
            <a:stCxn id="18" idx="1"/>
          </p:cNvCxnSpPr>
          <p:nvPr/>
        </p:nvCxnSpPr>
        <p:spPr>
          <a:xfrm flipH="1" flipV="1">
            <a:off x="4705165" y="3397585"/>
            <a:ext cx="239050" cy="77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DB31163-3FAE-4738-B359-6C88C358FFAC}"/>
              </a:ext>
            </a:extLst>
          </p:cNvPr>
          <p:cNvCxnSpPr>
            <a:stCxn id="38" idx="1"/>
          </p:cNvCxnSpPr>
          <p:nvPr/>
        </p:nvCxnSpPr>
        <p:spPr>
          <a:xfrm flipH="1" flipV="1">
            <a:off x="4705165" y="4221121"/>
            <a:ext cx="239050" cy="114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1A104BB-D6FB-42BD-9986-393E04F1A1E2}"/>
              </a:ext>
            </a:extLst>
          </p:cNvPr>
          <p:cNvCxnSpPr>
            <a:stCxn id="36" idx="1"/>
          </p:cNvCxnSpPr>
          <p:nvPr/>
        </p:nvCxnSpPr>
        <p:spPr>
          <a:xfrm flipH="1" flipV="1">
            <a:off x="4705165" y="5044658"/>
            <a:ext cx="239050" cy="23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4E597371-EAE2-40DE-91AE-5814B863D194}"/>
              </a:ext>
            </a:extLst>
          </p:cNvPr>
          <p:cNvCxnSpPr>
            <a:stCxn id="15" idx="1"/>
          </p:cNvCxnSpPr>
          <p:nvPr/>
        </p:nvCxnSpPr>
        <p:spPr>
          <a:xfrm rot="10800000">
            <a:off x="8013583" y="4221122"/>
            <a:ext cx="334574" cy="1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156856A-EA1A-49C5-81FB-9697FB32276E}"/>
              </a:ext>
            </a:extLst>
          </p:cNvPr>
          <p:cNvCxnSpPr>
            <a:stCxn id="27" idx="1"/>
          </p:cNvCxnSpPr>
          <p:nvPr/>
        </p:nvCxnSpPr>
        <p:spPr>
          <a:xfrm flipH="1" flipV="1">
            <a:off x="6359374" y="2597931"/>
            <a:ext cx="286812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7BACC19-C6C8-4593-AE18-8C484DA0767B}"/>
              </a:ext>
            </a:extLst>
          </p:cNvPr>
          <p:cNvCxnSpPr>
            <a:stCxn id="16" idx="1"/>
          </p:cNvCxnSpPr>
          <p:nvPr/>
        </p:nvCxnSpPr>
        <p:spPr>
          <a:xfrm flipH="1" flipV="1">
            <a:off x="8013582" y="2597931"/>
            <a:ext cx="334575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FF7E955-C203-4B05-BAAE-ABFB09225CE2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8013582" y="3397585"/>
            <a:ext cx="334575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E338FF2-593F-427C-BFAA-25075A95F373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6359374" y="3404465"/>
            <a:ext cx="28681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EE46956-8A70-48E9-869A-60B6A0A16397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6359374" y="4239535"/>
            <a:ext cx="28681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B61519E-AA6B-4FDC-BC9F-313080AA3BF5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6359374" y="5044658"/>
            <a:ext cx="28681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09CF7288-28AB-42EB-9768-5B4A6C06DBDE}"/>
              </a:ext>
            </a:extLst>
          </p:cNvPr>
          <p:cNvCxnSpPr>
            <a:stCxn id="6" idx="0"/>
            <a:endCxn id="2" idx="2"/>
          </p:cNvCxnSpPr>
          <p:nvPr/>
        </p:nvCxnSpPr>
        <p:spPr>
          <a:xfrm rot="5400000" flipH="1" flipV="1">
            <a:off x="5414770" y="773874"/>
            <a:ext cx="497718" cy="798343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76E16B75-EFAD-4D32-8EB8-7F40AF3B64AE}"/>
              </a:ext>
            </a:extLst>
          </p:cNvPr>
          <p:cNvCxnSpPr>
            <a:stCxn id="13" idx="0"/>
            <a:endCxn id="2" idx="2"/>
          </p:cNvCxnSpPr>
          <p:nvPr/>
        </p:nvCxnSpPr>
        <p:spPr>
          <a:xfrm rot="16200000" flipV="1">
            <a:off x="7068981" y="-81993"/>
            <a:ext cx="497717" cy="2510075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659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81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Aung Moe Thu</dc:creator>
  <cp:lastModifiedBy>Aung Moe Thu</cp:lastModifiedBy>
  <cp:revision>5</cp:revision>
  <dcterms:created xsi:type="dcterms:W3CDTF">2020-08-15T08:38:21Z</dcterms:created>
  <dcterms:modified xsi:type="dcterms:W3CDTF">2020-08-16T09:47:09Z</dcterms:modified>
</cp:coreProperties>
</file>